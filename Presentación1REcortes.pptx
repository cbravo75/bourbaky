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5748"/>
  </p:normalViewPr>
  <p:slideViewPr>
    <p:cSldViewPr snapToGrid="0">
      <p:cViewPr varScale="1">
        <p:scale>
          <a:sx n="89" d="100"/>
          <a:sy n="89" d="100"/>
        </p:scale>
        <p:origin x="124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470956-10EE-D046-8FBE-B6A1300E6DB5}" type="datetimeFigureOut">
              <a:rPr lang="es-MX" smtClean="0"/>
              <a:t>25/03/26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0BCF3E-3F57-4440-937D-629C026519B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53078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https://www.harness.io/blog/effective-finops-organization</a:t>
            </a:r>
          </a:p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0BCF3E-3F57-4440-937D-629C026519BA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94043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12EB7-2576-077B-E34B-1A2AA28C3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F95D7F-5712-7F01-DBCF-F1C527279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BE484A-868E-3EEC-947A-45DC6108F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D103-3015-254F-ACFC-5C38092487D4}" type="datetimeFigureOut">
              <a:rPr lang="es-MX" smtClean="0"/>
              <a:t>25/03/26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348494-147A-01F4-9510-4DBC73C9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73C1E9-5EBA-1F51-29BB-0DC3051A3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1F6C-E442-2F4D-900C-8D3814B5F49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902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93C62-AC81-2F58-560A-F1197FA8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CA07D6-F0C6-002A-2A8B-5CEC1FC83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12E7CB-13C7-7FCB-C3D2-12E24B26F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D103-3015-254F-ACFC-5C38092487D4}" type="datetimeFigureOut">
              <a:rPr lang="es-MX" smtClean="0"/>
              <a:t>25/03/26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63F172-9FE5-1459-FBC3-2C908850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2AEC2A-3B7C-84A2-5FFE-16A51ADBC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1F6C-E442-2F4D-900C-8D3814B5F49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89187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AEB327-9695-2E65-F94B-E707EDD9D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A84737-AE64-F667-CE9E-4BB663D3B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C290CD-E056-4937-9498-34240A2D4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D103-3015-254F-ACFC-5C38092487D4}" type="datetimeFigureOut">
              <a:rPr lang="es-MX" smtClean="0"/>
              <a:t>25/03/26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D9263E-6579-3C45-4673-CB9EBDCF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F8AE2E-B259-FBE3-FF86-457559B35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1F6C-E442-2F4D-900C-8D3814B5F49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5747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41025-087A-3469-B9BF-4D60A2DA2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C60A59-56F3-7293-5E34-BC1505C358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59422A-2341-6E15-A87A-7148DE869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FBE85C-D96A-F200-97B9-D8A03069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D103-3015-254F-ACFC-5C38092487D4}" type="datetimeFigureOut">
              <a:rPr lang="es-MX" smtClean="0"/>
              <a:t>25/03/26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E29FB09-6117-67C4-0672-8ABEDD2A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708D618-15E5-17D9-3EE0-704A04B8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1F6C-E442-2F4D-900C-8D3814B5F49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3663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F46CC9-27F4-1911-BE16-49B8C2042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93941C-E170-9CD8-563B-D90C49B26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6B83C5-49C4-453E-A327-AADDC7FCD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A8C42D6-0944-D207-8CA6-2EFC7D811B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0F50E8C-C6E5-F519-ED65-14A723F40E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1916A6C-757B-C753-9957-81B70E1C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D103-3015-254F-ACFC-5C38092487D4}" type="datetimeFigureOut">
              <a:rPr lang="es-MX" smtClean="0"/>
              <a:t>25/03/26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82FDFA9-7FA5-7F04-BB7B-450011CD8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2360B7-1462-DF50-358F-F9F220191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1F6C-E442-2F4D-900C-8D3814B5F49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9272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EA0BD9-673A-0613-24E5-AE5721859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F4724EB-8487-3C31-3403-6D75D65CE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D103-3015-254F-ACFC-5C38092487D4}" type="datetimeFigureOut">
              <a:rPr lang="es-MX" smtClean="0"/>
              <a:t>25/03/26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0745CA-A5FB-EC52-5A7B-A87326CB8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68E9AB-36D2-3DCA-2824-D01655BC7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1F6C-E442-2F4D-900C-8D3814B5F49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40092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65156-FA15-8375-8CF3-3A9A6C26A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D103-3015-254F-ACFC-5C38092487D4}" type="datetimeFigureOut">
              <a:rPr lang="es-MX" smtClean="0"/>
              <a:t>25/03/26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8A3B06-39F7-761C-F6B4-ECFBDD567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C1CB6B-6F0A-1F8C-7F74-891D4654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1F6C-E442-2F4D-900C-8D3814B5F49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7929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9D0FA7-6707-1396-306B-D5CF8668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6D25-0F82-6996-6BAF-1DEE821AC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7E742D-8F18-1C59-DD69-A8009D437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CE742D-0639-E298-2E9D-44B4F6BE1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D103-3015-254F-ACFC-5C38092487D4}" type="datetimeFigureOut">
              <a:rPr lang="es-MX" smtClean="0"/>
              <a:t>25/03/26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86FCF7-1BFF-FD73-B984-E425A668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D7F812-9CD4-1025-8A0F-C5AC8395D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1F6C-E442-2F4D-900C-8D3814B5F49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516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73FBD-932D-85F9-B842-A3C86473E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3094D8-F657-CBE4-49AB-ABB19D482F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3ABF20-7B9D-1A9B-577E-E0E0FD410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44F8A8-B80A-6713-2EEB-77BF4401F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D103-3015-254F-ACFC-5C38092487D4}" type="datetimeFigureOut">
              <a:rPr lang="es-MX" smtClean="0"/>
              <a:t>25/03/26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920F84-5F64-6C11-F4EA-9EBF1865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DA1396-F142-9900-C5FE-0AD426A6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1F6C-E442-2F4D-900C-8D3814B5F49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89406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4E7E3-6FF6-C6D6-6C9F-8299829DF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8E1518-2361-C987-2DC8-0917D606D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C516A9-1630-6417-D625-900DD53B0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D103-3015-254F-ACFC-5C38092487D4}" type="datetimeFigureOut">
              <a:rPr lang="es-MX" smtClean="0"/>
              <a:t>25/03/26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70F4E3-A750-F21A-8F50-B39A23550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3834B0-54EF-CC70-80F3-B29C19F83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1F6C-E442-2F4D-900C-8D3814B5F49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2412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6A73C6D-5AB9-9DA0-8DC4-F5174622C9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1EE692-67DA-3226-8CF2-753060D770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212046-A8F2-AF77-5C71-BA2EA7551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7D103-3015-254F-ACFC-5C38092487D4}" type="datetimeFigureOut">
              <a:rPr lang="es-MX" smtClean="0"/>
              <a:t>25/03/26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213FC8-7C1E-F658-734F-5675EBFBD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84FD83-0B78-3A45-08AE-CD445184E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A1F6C-E442-2F4D-900C-8D3814B5F49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0791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68BEEDA-C70F-16CA-95A5-6B7094CB9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4FBCFC-B9B4-18E2-2F5A-6166647C8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07A6E2-C18B-E282-B0CB-AE610DA31F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7D103-3015-254F-ACFC-5C38092487D4}" type="datetimeFigureOut">
              <a:rPr lang="es-MX" smtClean="0"/>
              <a:t>25/03/26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67A473-E236-329A-4E7E-E1215079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42345C-7DF4-9365-1D5F-FF754DB63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0A1F6C-E442-2F4D-900C-8D3814B5F49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7287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inOps 101: Goals">
            <a:extLst>
              <a:ext uri="{FF2B5EF4-FFF2-40B4-BE49-F238E27FC236}">
                <a16:creationId xmlns:a16="http://schemas.microsoft.com/office/drawing/2014/main" id="{6D712B9E-464C-08BA-888F-A9874024B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81013"/>
            <a:ext cx="12192000" cy="589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965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79F17-2922-9D88-0C71-2C0154C1C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ximizing Cloud Financial Management with FinOps Services - Softjourn">
            <a:extLst>
              <a:ext uri="{FF2B5EF4-FFF2-40B4-BE49-F238E27FC236}">
                <a16:creationId xmlns:a16="http://schemas.microsoft.com/office/drawing/2014/main" id="{F3332E19-44B0-D787-11C3-2D35B092A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0"/>
            <a:ext cx="80756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1550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6E4F8-ACA0-D3C7-EBFE-7F9BB6FD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IT Strategy Development">
            <a:extLst>
              <a:ext uri="{FF2B5EF4-FFF2-40B4-BE49-F238E27FC236}">
                <a16:creationId xmlns:a16="http://schemas.microsoft.com/office/drawing/2014/main" id="{6A3856F9-4114-644E-927B-977E5D32E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1150" y="0"/>
            <a:ext cx="64897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29753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A3340-5D87-3783-0DD1-50937AAB7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Un modelo operativo de última generación para el proceso de compra |  McKinsey">
            <a:extLst>
              <a:ext uri="{FF2B5EF4-FFF2-40B4-BE49-F238E27FC236}">
                <a16:creationId xmlns:a16="http://schemas.microsoft.com/office/drawing/2014/main" id="{B19624E6-DBFB-A7EE-F6D0-097A94097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545" y="-42991"/>
            <a:ext cx="7920110" cy="668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942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8ED15-7F2A-1D17-9A41-11846AC9E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Las 7 mejores plantillas de modelos operativos empresariales con ejemplos y  muestras">
            <a:extLst>
              <a:ext uri="{FF2B5EF4-FFF2-40B4-BE49-F238E27FC236}">
                <a16:creationId xmlns:a16="http://schemas.microsoft.com/office/drawing/2014/main" id="{B59679DD-64C6-E1D1-B260-FCE87FFEE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1412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BDFA8-DFC5-B3B5-2F29-4F7559723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0510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FFD98-3036-45FB-DC93-5209943EB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58008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26324</TotalTime>
  <Words>12</Words>
  <Application>Microsoft Macintosh PowerPoint</Application>
  <PresentationFormat>Panorámica</PresentationFormat>
  <Paragraphs>2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CESAR BRAVO VAZQUEZ</dc:creator>
  <cp:lastModifiedBy>CESAR BRAVO VAZQUEZ</cp:lastModifiedBy>
  <cp:revision>1</cp:revision>
  <dcterms:created xsi:type="dcterms:W3CDTF">2026-03-25T22:41:29Z</dcterms:created>
  <dcterms:modified xsi:type="dcterms:W3CDTF">2026-04-13T05:26:23Z</dcterms:modified>
</cp:coreProperties>
</file>